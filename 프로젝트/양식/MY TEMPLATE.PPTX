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1" r:id="rId3"/>
    <p:sldId id="286" r:id="rId4"/>
  </p:sldIdLst>
  <p:sldSz cx="12192000" cy="6858000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83CD6A5-A06C-40D2-B1DC-CDB2868E716C}">
          <p14:sldIdLst>
            <p14:sldId id="281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1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 7"/>
          <p:cNvSpPr/>
          <p:nvPr userDrawn="1"/>
        </p:nvSpPr>
        <p:spPr>
          <a:xfrm>
            <a:off x="0" y="0"/>
            <a:ext cx="12192000" cy="5087816"/>
          </a:xfrm>
          <a:prstGeom prst="rect">
            <a:avLst/>
          </a:prstGeom>
          <a:solidFill>
            <a:srgbClr val="B815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endParaRPr lang="ko-KR" sz="1800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410217" y="4411825"/>
            <a:ext cx="9144000" cy="637809"/>
          </a:xfrm>
        </p:spPr>
        <p:txBody>
          <a:bodyPr anchor="b">
            <a:normAutofit/>
          </a:bodyPr>
          <a:lstStyle>
            <a:lvl1pPr algn="r">
              <a:defRPr lang="ko-KR" altLang="en-US" sz="32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316433" y="5113862"/>
            <a:ext cx="9144000" cy="338555"/>
          </a:xfrm>
        </p:spPr>
        <p:txBody>
          <a:bodyPr>
            <a:normAutofit/>
          </a:bodyPr>
          <a:lstStyle>
            <a:lvl1pPr marL="0" indent="0" algn="r">
              <a:buNone/>
              <a:defRPr lang="ko-KR" altLang="en-US" sz="1600" b="1" i="1" kern="1200" dirty="0">
                <a:solidFill>
                  <a:srgbClr val="B8151A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그림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37" y="183106"/>
            <a:ext cx="1591205" cy="236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729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 7"/>
          <p:cNvSpPr/>
          <p:nvPr userDrawn="1"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B815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endParaRPr lang="ko-KR" sz="1800" dirty="0"/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25730" y="64811"/>
            <a:ext cx="11508260" cy="448936"/>
          </a:xfrm>
        </p:spPr>
        <p:txBody>
          <a:bodyPr anchor="ctr">
            <a:normAutofit/>
          </a:bodyPr>
          <a:lstStyle>
            <a:lvl1pPr>
              <a:defRPr lang="ko-KR" altLang="en-US" sz="1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345990" y="773723"/>
            <a:ext cx="11508260" cy="5543205"/>
          </a:xfrm>
        </p:spPr>
        <p:txBody>
          <a:bodyPr>
            <a:normAutofit/>
          </a:bodyPr>
          <a:lstStyle>
            <a:lvl1pPr marL="285750" indent="-285750" algn="l" defTabSz="914400" rtl="0" eaLnBrk="1" latinLnBrk="1" hangingPunct="1">
              <a:lnSpc>
                <a:spcPct val="100000"/>
              </a:lnSpc>
              <a:buFont typeface="Wingdings" panose="05000000000000000000" pitchFamily="2" charset="2"/>
              <a:buChar char="v"/>
              <a:defRPr lang="ko-KR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07262" y="6626653"/>
            <a:ext cx="937846" cy="17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4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11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06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10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62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69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1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95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2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226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16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585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796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505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19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363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462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5221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828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09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1A406-49B9-4B69-8B8C-DD8CD12FD4C3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E9010-8E22-4551-B84C-515EFDB94F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49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11862-7F2D-4C10-9C2A-C888D8AF482F}" type="datetimeFigureOut">
              <a:rPr lang="ko-KR" altLang="en-US" smtClean="0"/>
              <a:t>2015-09-21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D095C-1C3A-4F6A-8247-1CE3FA4F93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793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2015.09.18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88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42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2797</TotalTime>
  <Words>1</Words>
  <Application>Microsoft Office PowerPoint</Application>
  <PresentationFormat>와이드스크린</PresentationFormat>
  <Paragraphs>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디자인 사용자 지정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김태규</dc:creator>
  <cp:lastModifiedBy>김태규</cp:lastModifiedBy>
  <cp:revision>68</cp:revision>
  <cp:lastPrinted>2015-08-21T00:54:35Z</cp:lastPrinted>
  <dcterms:created xsi:type="dcterms:W3CDTF">2015-05-13T04:16:15Z</dcterms:created>
  <dcterms:modified xsi:type="dcterms:W3CDTF">2015-09-21T02:16:24Z</dcterms:modified>
</cp:coreProperties>
</file>